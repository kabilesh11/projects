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76" r:id="rId11"/>
    <p:sldId id="273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478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96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35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9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668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54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119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134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1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662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5468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656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6283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837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699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16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8CC32-8E06-49ED-A895-5C5C34BE87E3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E73D6CE-4C9D-422E-8A4D-CB59A474D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412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F4F6-6666-439D-BBC6-F4CA1DF47B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ATTENDANCE USING FACE RECOGNITION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7574B7-EF9F-4578-B69D-347E6EFC6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534927"/>
            <a:ext cx="7766936" cy="1096899"/>
          </a:xfrm>
        </p:spPr>
        <p:txBody>
          <a:bodyPr>
            <a:normAutofit fontScale="25000" lnSpcReduction="20000"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</a:t>
            </a:r>
            <a:r>
              <a:rPr lang="en-IN" sz="8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l"/>
            <a:r>
              <a:rPr lang="en-IN" sz="8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</a:t>
            </a:r>
            <a:r>
              <a:rPr lang="en-I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S.Harish</a:t>
            </a:r>
            <a:endParaRPr lang="en-IN" sz="8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8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</a:t>
            </a:r>
            <a:r>
              <a:rPr lang="en-I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C.M.Kabilesh</a:t>
            </a:r>
            <a:endParaRPr lang="en-IN" sz="8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494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3CF3-7A59-49ED-A752-3A135E3B5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2BF66-3092-4E50-8B02-1091184DF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967061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96742-5B3B-46BA-9648-6BE68F61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DE3E0-80CF-4219-AE5C-FF44275B8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is among the most productive image processing applications and has a pivotal role in the technical field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of the human face is an active issue for authentication purposes specifically in the context of attendance of students</a:t>
            </a:r>
          </a:p>
        </p:txBody>
      </p:sp>
    </p:spTree>
    <p:extLst>
      <p:ext uri="{BB962C8B-B14F-4D97-AF65-F5344CB8AC3E}">
        <p14:creationId xmlns:p14="http://schemas.microsoft.com/office/powerpoint/2010/main" val="2795582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152D-84FA-4757-A8F7-3595FFDB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66DD-96B5-40E3-A45D-490BB0C00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procedure of recognizing students by using face biostatistics based on the high definition monitoring and other computer technologies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open-sourced image processing library that is very widely used not just in industry but also in the field of research and development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914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63303-5917-431A-BB8B-895B4EAB7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855E0-6CD7-4E86-A2C7-57BCE5E9A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attendance through a high-resolution digital camera that detects and recognizes the faces of the students.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machine compares the recognized face with students’ face images stored in the database.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face of the student is matched with the stored image, then the attendance is marked in attendance database for further calculation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122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AC9AF-E643-41ED-A8F9-3012F9AFD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/>
          </a:p>
        </p:txBody>
      </p:sp>
      <p:pic>
        <p:nvPicPr>
          <p:cNvPr id="1026" name="Picture 2" descr="ESP32-CAM Video Surveillance Robot | Everything ESP | Maker Pro">
            <a:extLst>
              <a:ext uri="{FF2B5EF4-FFF2-40B4-BE49-F238E27FC236}">
                <a16:creationId xmlns:a16="http://schemas.microsoft.com/office/drawing/2014/main" id="{98123ECB-DA2B-40FA-8D23-AB77BE70CE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41" y="2330918"/>
            <a:ext cx="3087842" cy="3087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D962CB-F137-473C-8C86-B1964DE85093}"/>
              </a:ext>
            </a:extLst>
          </p:cNvPr>
          <p:cNvSpPr txBox="1"/>
          <p:nvPr/>
        </p:nvSpPr>
        <p:spPr>
          <a:xfrm>
            <a:off x="4614584" y="2644170"/>
            <a:ext cx="46594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this?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It is a wireless image 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</a:p>
        </p:txBody>
      </p:sp>
    </p:spTree>
    <p:extLst>
      <p:ext uri="{BB962C8B-B14F-4D97-AF65-F5344CB8AC3E}">
        <p14:creationId xmlns:p14="http://schemas.microsoft.com/office/powerpoint/2010/main" val="3900420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FT232RL FTDI Serial adapter Module USB to TTL 3.3V 5V Mini USB TTL ...">
            <a:extLst>
              <a:ext uri="{FF2B5EF4-FFF2-40B4-BE49-F238E27FC236}">
                <a16:creationId xmlns:a16="http://schemas.microsoft.com/office/drawing/2014/main" id="{D0045CDD-7FF6-4DEF-B772-6AAA49605E8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91" y="2387600"/>
            <a:ext cx="3717849" cy="2701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CC7D6C-D555-45FF-B60F-B881343259F5}"/>
              </a:ext>
            </a:extLst>
          </p:cNvPr>
          <p:cNvSpPr txBox="1"/>
          <p:nvPr/>
        </p:nvSpPr>
        <p:spPr>
          <a:xfrm>
            <a:off x="4610099" y="2537107"/>
            <a:ext cx="51076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this?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fully integrated USB terminator</a:t>
            </a:r>
          </a:p>
        </p:txBody>
      </p:sp>
    </p:spTree>
    <p:extLst>
      <p:ext uri="{BB962C8B-B14F-4D97-AF65-F5344CB8AC3E}">
        <p14:creationId xmlns:p14="http://schemas.microsoft.com/office/powerpoint/2010/main" val="1616749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CF05-0054-4606-ABFD-0355FE022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5505E-412C-4D64-BB70-05C9812C2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017" y="1730283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06D5C99-0E71-4F48-96C0-AC6CB2252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558" y="2280416"/>
            <a:ext cx="5105531" cy="388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159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42D559-B9F6-43E5-A71A-8F8EC77DF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147576"/>
            <a:ext cx="8677835" cy="479602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BA0277-AB4D-428D-8C03-EBBF9DAEC036}"/>
              </a:ext>
            </a:extLst>
          </p:cNvPr>
          <p:cNvSpPr txBox="1"/>
          <p:nvPr/>
        </p:nvSpPr>
        <p:spPr>
          <a:xfrm>
            <a:off x="540123" y="407005"/>
            <a:ext cx="6100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for ESP32-CAM 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150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A64F86-6A24-4C5A-B984-9038B6BD2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659" y="1004047"/>
            <a:ext cx="9170894" cy="503797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339A05-52A9-4DBD-9A6C-ED4B6F291B68}"/>
              </a:ext>
            </a:extLst>
          </p:cNvPr>
          <p:cNvSpPr txBox="1"/>
          <p:nvPr/>
        </p:nvSpPr>
        <p:spPr>
          <a:xfrm>
            <a:off x="340659" y="446642"/>
            <a:ext cx="6100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Python Code</a:t>
            </a:r>
          </a:p>
        </p:txBody>
      </p:sp>
    </p:spTree>
    <p:extLst>
      <p:ext uri="{BB962C8B-B14F-4D97-AF65-F5344CB8AC3E}">
        <p14:creationId xmlns:p14="http://schemas.microsoft.com/office/powerpoint/2010/main" val="2960620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3D362-EB30-4590-A377-07A21D1B0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636E2-92CE-46A4-98F0-0658B6A7D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face recognition attendance system automates attendance tracking by visually recognizing the person and registering his attendance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employees or students need to show their faces to the camera of the attendance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0315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64CBC-F22F-496F-9FFF-E0934F2C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6B28B-8F0E-408E-BB0C-F98FE4207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this technique we are going to develop the project with extra specification that includes: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Notification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Members Entering to the section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details of the members</a:t>
            </a:r>
          </a:p>
        </p:txBody>
      </p:sp>
    </p:spTree>
    <p:extLst>
      <p:ext uri="{BB962C8B-B14F-4D97-AF65-F5344CB8AC3E}">
        <p14:creationId xmlns:p14="http://schemas.microsoft.com/office/powerpoint/2010/main" val="3668835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4B1C-98C7-4A99-89A9-59716E05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391921"/>
            <a:ext cx="8596668" cy="221487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57792-9000-496C-A6D9-F127F17C2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535" y="615848"/>
            <a:ext cx="8596668" cy="860400"/>
          </a:xfrm>
        </p:spPr>
        <p:txBody>
          <a:bodyPr/>
          <a:lstStyle/>
          <a:p>
            <a:r>
              <a:rPr lang="en-IN" b="1" dirty="0"/>
              <a:t>ANY QUESTIONS:-</a:t>
            </a:r>
          </a:p>
        </p:txBody>
      </p:sp>
    </p:spTree>
    <p:extLst>
      <p:ext uri="{BB962C8B-B14F-4D97-AF65-F5344CB8AC3E}">
        <p14:creationId xmlns:p14="http://schemas.microsoft.com/office/powerpoint/2010/main" val="31820635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98</TotalTime>
  <Words>316</Words>
  <Application>Microsoft Office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Times New Roman</vt:lpstr>
      <vt:lpstr>Trebuchet MS</vt:lpstr>
      <vt:lpstr>Wingdings</vt:lpstr>
      <vt:lpstr>Wingdings 3</vt:lpstr>
      <vt:lpstr>Facet</vt:lpstr>
      <vt:lpstr>STUDENTS ATTENDANCE USING FACE RECOGNITION</vt:lpstr>
      <vt:lpstr>OUTLINE</vt:lpstr>
      <vt:lpstr>ABSTRACT</vt:lpstr>
      <vt:lpstr>INTRODUCTION</vt:lpstr>
      <vt:lpstr>EXISTING METHOD </vt:lpstr>
      <vt:lpstr>CONSTRUCTION </vt:lpstr>
      <vt:lpstr>PowerPoint Presentation</vt:lpstr>
      <vt:lpstr>WORKING </vt:lpstr>
      <vt:lpstr>PowerPoint Presentation</vt:lpstr>
      <vt:lpstr>PowerPoint Presentation</vt:lpstr>
      <vt:lpstr>APPLICATION </vt:lpstr>
      <vt:lpstr>FUTURE SCOPE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STUDENTS ATTENDANCE USING FACE RECOGNITION</dc:title>
  <dc:creator>Kabilesh Cm</dc:creator>
  <cp:lastModifiedBy>Kabilesh Cm</cp:lastModifiedBy>
  <cp:revision>10</cp:revision>
  <dcterms:created xsi:type="dcterms:W3CDTF">2023-03-07T11:00:58Z</dcterms:created>
  <dcterms:modified xsi:type="dcterms:W3CDTF">2023-03-07T13:18:45Z</dcterms:modified>
</cp:coreProperties>
</file>